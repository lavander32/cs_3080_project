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2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B277475-0632-702B-6A9F-A7B0EE796189}" v="279" dt="2026-08-02T16:02:14.7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73" d="100"/>
          <a:sy n="73" d="100"/>
        </p:scale>
        <p:origin x="56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6AD6EE87-EBD5-4F12-A48A-63ACA297AC8F}" type="datetimeFigureOut">
              <a:rPr lang="en-US" dirty="0"/>
              <a:t>8/3/2026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blipFill dpi="0" rotWithShape="1">
            <a:blip r:embed="rId2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25400" ty="6350" sx="71000" sy="71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5757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3794B-289A-4A80-97D7-111025398D45}" type="datetimeFigureOut">
              <a:rPr lang="en-US" dirty="0"/>
              <a:t>8/3/2026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4489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1015F-7CC6-4D0A-9D87-873EA4C304CC}" type="datetimeFigureOut">
              <a:rPr lang="en-US" dirty="0"/>
              <a:t>8/3/2026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dpi="0"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rcRect/>
            <a:tile tx="25400" ty="6350" sx="71000" sy="71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0840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6A301-0538-44EC-B09D-202E1042A48B}" type="datetimeFigureOut">
              <a:rPr lang="en-US" dirty="0"/>
              <a:t>8/3/2026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9792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9574A-8875-45EF-8EA2-3CAA0F7ABC4C}" type="datetimeFigureOut">
              <a:rPr lang="en-US" dirty="0"/>
              <a:t>8/3/2026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922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F4D4C-5367-4C26-9E2B-D8088D7FCA81}" type="datetimeFigureOut">
              <a:rPr lang="en-US" dirty="0"/>
              <a:t>8/3/2026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6429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91E96-98B0-4413-9547-46F3504108EF}" type="datetimeFigureOut">
              <a:rPr lang="en-US" dirty="0"/>
              <a:t>8/3/2026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3787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68B11-C5A8-448C-8CE9-B1A273C79CFC}" type="datetimeFigureOut">
              <a:rPr lang="en-US" dirty="0"/>
              <a:t>8/3/2026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6510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/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dirty="0"/>
              <a:t>8/3/2026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5554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73815-2707-4475-8F1A-B873CB631BB4}" type="datetimeFigureOut">
              <a:rPr lang="en-US" dirty="0"/>
              <a:t>8/3/2026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39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AFB99-0EAB-4182-AFF8-E214C82A68F6}" type="datetimeFigureOut">
              <a:rPr lang="en-US" dirty="0"/>
              <a:t>8/3/2026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2581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90298CD5-6C1E-4009-B41F-6DF62E31D3BE}" type="datetimeFigureOut">
              <a:rPr lang="en-US" dirty="0"/>
              <a:pPr/>
              <a:t>8/3/2026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028428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83" r:id="rId1"/>
    <p:sldLayoutId id="2147483884" r:id="rId2"/>
    <p:sldLayoutId id="2147483885" r:id="rId3"/>
    <p:sldLayoutId id="2147483886" r:id="rId4"/>
    <p:sldLayoutId id="2147483887" r:id="rId5"/>
    <p:sldLayoutId id="2147483888" r:id="rId6"/>
    <p:sldLayoutId id="2147483889" r:id="rId7"/>
    <p:sldLayoutId id="2147483890" r:id="rId8"/>
    <p:sldLayoutId id="2147483891" r:id="rId9"/>
    <p:sldLayoutId id="2147483892" r:id="rId10"/>
    <p:sldLayoutId id="2147483893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Pomodoro Project 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Devon Williams</a:t>
            </a:r>
          </a:p>
          <a:p>
            <a:r>
              <a:rPr lang="en-US"/>
              <a:t>CS 3080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B4572-7C69-B2FE-C7F9-552B0D729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Time Module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AEC0A-41E6-4602-C723-AAD4F75BD0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SzPct val="100000"/>
            </a:pPr>
            <a:r>
              <a:rPr lang="en-US" dirty="0"/>
              <a:t>Creating timer </a:t>
            </a:r>
            <a:r>
              <a:rPr lang="en-US"/>
              <a:t>countdown</a:t>
            </a:r>
            <a:endParaRPr lang="en-US" dirty="0"/>
          </a:p>
          <a:p>
            <a:pPr marL="264795" lvl="1">
              <a:buFont typeface="Calibri,Sans-Serif" panose="020B0602020104020603" pitchFamily="34" charset="0"/>
              <a:buChar char="-"/>
            </a:pPr>
            <a:r>
              <a:rPr lang="en-US"/>
              <a:t>Count Down</a:t>
            </a:r>
          </a:p>
          <a:p>
            <a:pPr marL="264795" lvl="1">
              <a:buFont typeface="Calibri,Sans-Serif" panose="020B0602020104020603" pitchFamily="34" charset="0"/>
              <a:buChar char="-"/>
            </a:pPr>
            <a:r>
              <a:rPr lang="en-US"/>
              <a:t>Repeating</a:t>
            </a:r>
          </a:p>
          <a:p>
            <a:pPr marL="264795" lvl="1">
              <a:buFont typeface="Calibri" panose="020B0604020202020204" pitchFamily="34" charset="0"/>
              <a:buChar char="-"/>
            </a:pPr>
            <a:r>
              <a:rPr lang="en-US"/>
              <a:t>Working Session / Break Session</a:t>
            </a:r>
          </a:p>
          <a:p>
            <a:pPr marL="447675" lvl="2">
              <a:buFont typeface="Arial" pitchFamily="18" charset="2"/>
              <a:buChar char="•"/>
            </a:pPr>
            <a:r>
              <a:rPr lang="en-US"/>
              <a:t>Issue with pause/resume/quitting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4A08E8-8CAA-6A5F-8E77-7BAED9F5A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2175" y="1903607"/>
            <a:ext cx="4667490" cy="4788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364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A0B01-D36B-A415-C3F3-F41414E91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Threading Module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9218D-7710-870E-F0BE-BBD316F449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Allowed for user input while timer running</a:t>
            </a:r>
          </a:p>
          <a:p>
            <a:pPr lvl="1">
              <a:buFont typeface="Calibri" panose="020B0604020202020204" pitchFamily="34" charset="0"/>
              <a:buChar char="-"/>
            </a:pPr>
            <a:r>
              <a:rPr lang="en-US"/>
              <a:t>User could pause/resume/quit</a:t>
            </a:r>
            <a:endParaRPr lang="en-US" dirty="0"/>
          </a:p>
          <a:p>
            <a:pPr lvl="1">
              <a:buFont typeface="Calibri" panose="020B0604020202020204" pitchFamily="34" charset="0"/>
              <a:buChar char="-"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8D43A0-0249-930D-00F4-188A3D678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351" y="860780"/>
            <a:ext cx="4305521" cy="544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705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55280-82BC-4111-4A4D-D3408E0B0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Tkinter</a:t>
            </a:r>
            <a:r>
              <a:rPr lang="en-US" dirty="0"/>
              <a:t> Module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30124-1918-4D60-A223-E791331F4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Eliminated both time and threading</a:t>
            </a:r>
          </a:p>
          <a:p>
            <a:pPr lvl="1">
              <a:buFont typeface="Calibri" panose="020B0604020202020204" pitchFamily="34" charset="0"/>
              <a:buChar char="-"/>
            </a:pPr>
            <a:r>
              <a:rPr lang="en-US" dirty="0"/>
              <a:t>Had to learn many of the </a:t>
            </a:r>
            <a:r>
              <a:rPr lang="en-US"/>
              <a:t>methods to get working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549637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564B3C"/>
      </a:dk2>
      <a:lt2>
        <a:srgbClr val="ECEDD1"/>
      </a:lt2>
      <a:accent1>
        <a:srgbClr val="93A299"/>
      </a:accent1>
      <a:accent2>
        <a:srgbClr val="CF543F"/>
      </a:accent2>
      <a:accent3>
        <a:srgbClr val="B5AE53"/>
      </a:accent3>
      <a:accent4>
        <a:srgbClr val="848058"/>
      </a:accent4>
      <a:accent5>
        <a:srgbClr val="E8B54D"/>
      </a:accent5>
      <a:accent6>
        <a:srgbClr val="786C71"/>
      </a:accent6>
      <a:hlink>
        <a:srgbClr val="CCCC00"/>
      </a:hlink>
      <a:folHlink>
        <a:srgbClr val="B2B2B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A41AC481-B287-49C8-90EF-C669597D2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</TotalTime>
  <Words>59</Words>
  <Application>Microsoft Office PowerPoint</Application>
  <PresentationFormat>Widescreen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Calibri,Sans-Serif</vt:lpstr>
      <vt:lpstr>Tw Cen MT</vt:lpstr>
      <vt:lpstr>Tw Cen MT Condensed</vt:lpstr>
      <vt:lpstr>Wingdings 3</vt:lpstr>
      <vt:lpstr>Integral</vt:lpstr>
      <vt:lpstr>Pomodoro Project </vt:lpstr>
      <vt:lpstr>Time Module</vt:lpstr>
      <vt:lpstr>Threading Module</vt:lpstr>
      <vt:lpstr>Tkinter Module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Devon Williams</cp:lastModifiedBy>
  <cp:revision>71</cp:revision>
  <dcterms:created xsi:type="dcterms:W3CDTF">2026-08-02T15:44:08Z</dcterms:created>
  <dcterms:modified xsi:type="dcterms:W3CDTF">2026-08-03T21:24:52Z</dcterms:modified>
</cp:coreProperties>
</file>
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77475-0632-702B-6A9F-A7B0EE796189}" v="279" dt="2026-08-02T16:02:14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57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4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4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79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2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2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78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1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55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58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84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Pomodoro Project 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Devon Williams</a:t>
            </a:r>
          </a:p>
          <a:p>
            <a:r>
              <a:rPr lang="en-US"/>
              <a:t>CS 3080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4572-7C69-B2FE-C7F9-552B0D72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EC0A-41E6-4602-C723-AAD4F75B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SzPct val="100000"/>
            </a:pPr>
            <a:r>
              <a:rPr lang="en-US" dirty="0"/>
              <a:t>Creating timer </a:t>
            </a:r>
            <a:r>
              <a:rPr lang="en-US"/>
              <a:t>countdown</a:t>
            </a:r>
            <a:endParaRPr lang="en-US" dirty="0"/>
          </a:p>
          <a:p>
            <a:pPr marL="264795" lvl="1">
              <a:buFont typeface="Calibri,Sans-Serif" panose="020B0602020104020603" pitchFamily="34" charset="0"/>
              <a:buChar char="-"/>
            </a:pPr>
            <a:r>
              <a:rPr lang="en-US"/>
              <a:t>Count Down</a:t>
            </a:r>
          </a:p>
          <a:p>
            <a:pPr marL="264795" lvl="1">
              <a:buFont typeface="Calibri,Sans-Serif" panose="020B0602020104020603" pitchFamily="34" charset="0"/>
              <a:buChar char="-"/>
            </a:pPr>
            <a:r>
              <a:rPr lang="en-US"/>
              <a:t>Repeating</a:t>
            </a:r>
          </a:p>
          <a:p>
            <a:pPr marL="264795" lvl="1">
              <a:buFont typeface="Calibri" panose="020B0604020202020204" pitchFamily="34" charset="0"/>
              <a:buChar char="-"/>
            </a:pPr>
            <a:r>
              <a:rPr lang="en-US"/>
              <a:t>Working Session / Break Session</a:t>
            </a:r>
          </a:p>
          <a:p>
            <a:pPr marL="447675" lvl="2">
              <a:buFont typeface="Arial" pitchFamily="18" charset="2"/>
              <a:buChar char="•"/>
            </a:pPr>
            <a:r>
              <a:rPr lang="en-US"/>
              <a:t>Issue with pause/resume/quitting</a:t>
            </a:r>
          </a:p>
        </p:txBody>
      </p:sp>
    </p:spTree>
    <p:extLst>
      <p:ext uri="{BB962C8B-B14F-4D97-AF65-F5344CB8AC3E}">
        <p14:creationId xmlns:p14="http://schemas.microsoft.com/office/powerpoint/2010/main" val="278336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0B01-D36B-A415-C3F3-F41414E9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9218D-7710-870E-F0BE-BBD316F44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Allowed for user input while timer running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/>
              <a:t>User could pause/resume/quit</a:t>
            </a:r>
            <a:endParaRPr lang="en-US" dirty="0"/>
          </a:p>
          <a:p>
            <a:pPr lvl="1">
              <a:buFont typeface="Calibri" panose="020B06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0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5280-82BC-4111-4A4D-D3408E0B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Tkinter</a:t>
            </a:r>
            <a:r>
              <a:rPr lang="en-US" dirty="0"/>
              <a:t>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0124-1918-4D60-A223-E791331F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Eliminated both time and threading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dirty="0"/>
              <a:t>Had to learn many of the </a:t>
            </a:r>
            <a:r>
              <a:rPr lang="en-US"/>
              <a:t>methods to get 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96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Integral</vt:lpstr>
      <vt:lpstr>Pomodoro Project </vt:lpstr>
      <vt:lpstr>Time Module</vt:lpstr>
      <vt:lpstr>Threading Module</vt:lpstr>
      <vt:lpstr>Tkinter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</cp:revision>
  <dcterms:created xsi:type="dcterms:W3CDTF">2026-08-02T15:44:08Z</dcterms:created>
  <dcterms:modified xsi:type="dcterms:W3CDTF">2026-08-02T16:39:44Z</dcterms:modified>
</cp:coreProperties>
</file>